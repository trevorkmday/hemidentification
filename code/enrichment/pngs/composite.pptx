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5943600" cy="4114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425B"/>
    <a:srgbClr val="425B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45"/>
    <p:restoredTop sz="94737"/>
  </p:normalViewPr>
  <p:slideViewPr>
    <p:cSldViewPr>
      <p:cViewPr varScale="1">
        <p:scale>
          <a:sx n="293" d="100"/>
          <a:sy n="293" d="100"/>
        </p:scale>
        <p:origin x="5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9DDB7F-C1F8-8B41-9E08-C12C84ACE3A8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046FB1-B964-6543-95B9-934E27EC94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4469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82803" rtl="0" eaLnBrk="1" latinLnBrk="0" hangingPunct="1">
      <a:defRPr sz="634" kern="1200">
        <a:solidFill>
          <a:schemeClr val="tx1"/>
        </a:solidFill>
        <a:latin typeface="+mn-lt"/>
        <a:ea typeface="+mn-ea"/>
        <a:cs typeface="+mn-cs"/>
      </a:defRPr>
    </a:lvl1pPr>
    <a:lvl2pPr marL="241402" algn="l" defTabSz="482803" rtl="0" eaLnBrk="1" latinLnBrk="0" hangingPunct="1">
      <a:defRPr sz="634" kern="1200">
        <a:solidFill>
          <a:schemeClr val="tx1"/>
        </a:solidFill>
        <a:latin typeface="+mn-lt"/>
        <a:ea typeface="+mn-ea"/>
        <a:cs typeface="+mn-cs"/>
      </a:defRPr>
    </a:lvl2pPr>
    <a:lvl3pPr marL="482803" algn="l" defTabSz="482803" rtl="0" eaLnBrk="1" latinLnBrk="0" hangingPunct="1">
      <a:defRPr sz="634" kern="1200">
        <a:solidFill>
          <a:schemeClr val="tx1"/>
        </a:solidFill>
        <a:latin typeface="+mn-lt"/>
        <a:ea typeface="+mn-ea"/>
        <a:cs typeface="+mn-cs"/>
      </a:defRPr>
    </a:lvl3pPr>
    <a:lvl4pPr marL="724205" algn="l" defTabSz="482803" rtl="0" eaLnBrk="1" latinLnBrk="0" hangingPunct="1">
      <a:defRPr sz="634" kern="1200">
        <a:solidFill>
          <a:schemeClr val="tx1"/>
        </a:solidFill>
        <a:latin typeface="+mn-lt"/>
        <a:ea typeface="+mn-ea"/>
        <a:cs typeface="+mn-cs"/>
      </a:defRPr>
    </a:lvl4pPr>
    <a:lvl5pPr marL="965606" algn="l" defTabSz="482803" rtl="0" eaLnBrk="1" latinLnBrk="0" hangingPunct="1">
      <a:defRPr sz="634" kern="1200">
        <a:solidFill>
          <a:schemeClr val="tx1"/>
        </a:solidFill>
        <a:latin typeface="+mn-lt"/>
        <a:ea typeface="+mn-ea"/>
        <a:cs typeface="+mn-cs"/>
      </a:defRPr>
    </a:lvl5pPr>
    <a:lvl6pPr marL="1207008" algn="l" defTabSz="482803" rtl="0" eaLnBrk="1" latinLnBrk="0" hangingPunct="1">
      <a:defRPr sz="634" kern="1200">
        <a:solidFill>
          <a:schemeClr val="tx1"/>
        </a:solidFill>
        <a:latin typeface="+mn-lt"/>
        <a:ea typeface="+mn-ea"/>
        <a:cs typeface="+mn-cs"/>
      </a:defRPr>
    </a:lvl6pPr>
    <a:lvl7pPr marL="1448410" algn="l" defTabSz="482803" rtl="0" eaLnBrk="1" latinLnBrk="0" hangingPunct="1">
      <a:defRPr sz="634" kern="1200">
        <a:solidFill>
          <a:schemeClr val="tx1"/>
        </a:solidFill>
        <a:latin typeface="+mn-lt"/>
        <a:ea typeface="+mn-ea"/>
        <a:cs typeface="+mn-cs"/>
      </a:defRPr>
    </a:lvl7pPr>
    <a:lvl8pPr marL="1689811" algn="l" defTabSz="482803" rtl="0" eaLnBrk="1" latinLnBrk="0" hangingPunct="1">
      <a:defRPr sz="634" kern="1200">
        <a:solidFill>
          <a:schemeClr val="tx1"/>
        </a:solidFill>
        <a:latin typeface="+mn-lt"/>
        <a:ea typeface="+mn-ea"/>
        <a:cs typeface="+mn-cs"/>
      </a:defRPr>
    </a:lvl8pPr>
    <a:lvl9pPr marL="1931213" algn="l" defTabSz="482803" rtl="0" eaLnBrk="1" latinLnBrk="0" hangingPunct="1">
      <a:defRPr sz="63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046FB1-B964-6543-95B9-934E27EC948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3030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45770" y="673418"/>
            <a:ext cx="5052060" cy="1432560"/>
          </a:xfrm>
        </p:spPr>
        <p:txBody>
          <a:bodyPr anchor="b"/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2950" y="2161223"/>
            <a:ext cx="4457700" cy="993457"/>
          </a:xfrm>
        </p:spPr>
        <p:txBody>
          <a:bodyPr/>
          <a:lstStyle>
            <a:lvl1pPr marL="0" indent="0" algn="ctr">
              <a:buNone/>
              <a:defRPr sz="1440"/>
            </a:lvl1pPr>
            <a:lvl2pPr marL="274320" indent="0" algn="ctr">
              <a:buNone/>
              <a:defRPr sz="1200"/>
            </a:lvl2pPr>
            <a:lvl3pPr marL="548640" indent="0" algn="ctr">
              <a:buNone/>
              <a:defRPr sz="1080"/>
            </a:lvl3pPr>
            <a:lvl4pPr marL="822960" indent="0" algn="ctr">
              <a:buNone/>
              <a:defRPr sz="960"/>
            </a:lvl4pPr>
            <a:lvl5pPr marL="1097280" indent="0" algn="ctr">
              <a:buNone/>
              <a:defRPr sz="960"/>
            </a:lvl5pPr>
            <a:lvl6pPr marL="1371600" indent="0" algn="ctr">
              <a:buNone/>
              <a:defRPr sz="960"/>
            </a:lvl6pPr>
            <a:lvl7pPr marL="1645920" indent="0" algn="ctr">
              <a:buNone/>
              <a:defRPr sz="960"/>
            </a:lvl7pPr>
            <a:lvl8pPr marL="1920240" indent="0" algn="ctr">
              <a:buNone/>
              <a:defRPr sz="960"/>
            </a:lvl8pPr>
            <a:lvl9pPr marL="2194560" indent="0" algn="ctr">
              <a:buNone/>
              <a:defRPr sz="9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3E712-2042-A140-8EA8-04C6F51CE118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D9C2C-FEF6-0F47-AB24-3A8C7D96FC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700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3E712-2042-A140-8EA8-04C6F51CE118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D9C2C-FEF6-0F47-AB24-3A8C7D96FC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7488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5527" y="1025844"/>
            <a:ext cx="5126355" cy="1711642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5527" y="2753679"/>
            <a:ext cx="5126355" cy="900112"/>
          </a:xfrm>
        </p:spPr>
        <p:txBody>
          <a:bodyPr/>
          <a:lstStyle>
            <a:lvl1pPr marL="0" indent="0">
              <a:buNone/>
              <a:defRPr sz="1440">
                <a:solidFill>
                  <a:schemeClr val="tx1"/>
                </a:solidFill>
              </a:defRPr>
            </a:lvl1pPr>
            <a:lvl2pPr marL="27432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54864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822960" indent="0">
              <a:buNone/>
              <a:defRPr sz="960">
                <a:solidFill>
                  <a:schemeClr val="tx1">
                    <a:tint val="75000"/>
                  </a:schemeClr>
                </a:solidFill>
              </a:defRPr>
            </a:lvl4pPr>
            <a:lvl5pPr marL="1097280" indent="0">
              <a:buNone/>
              <a:defRPr sz="960">
                <a:solidFill>
                  <a:schemeClr val="tx1">
                    <a:tint val="75000"/>
                  </a:schemeClr>
                </a:solidFill>
              </a:defRPr>
            </a:lvl5pPr>
            <a:lvl6pPr marL="1371600" indent="0">
              <a:buNone/>
              <a:defRPr sz="960">
                <a:solidFill>
                  <a:schemeClr val="tx1">
                    <a:tint val="75000"/>
                  </a:schemeClr>
                </a:solidFill>
              </a:defRPr>
            </a:lvl6pPr>
            <a:lvl7pPr marL="1645920" indent="0">
              <a:buNone/>
              <a:defRPr sz="960">
                <a:solidFill>
                  <a:schemeClr val="tx1">
                    <a:tint val="75000"/>
                  </a:schemeClr>
                </a:solidFill>
              </a:defRPr>
            </a:lvl7pPr>
            <a:lvl8pPr marL="1920240" indent="0">
              <a:buNone/>
              <a:defRPr sz="960">
                <a:solidFill>
                  <a:schemeClr val="tx1">
                    <a:tint val="75000"/>
                  </a:schemeClr>
                </a:solidFill>
              </a:defRPr>
            </a:lvl8pPr>
            <a:lvl9pPr marL="2194560" indent="0">
              <a:buNone/>
              <a:defRPr sz="9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3E712-2042-A140-8EA8-04C6F51CE118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D9C2C-FEF6-0F47-AB24-3A8C7D96FC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739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08623" y="1095375"/>
            <a:ext cx="2526030" cy="2610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08948" y="1095375"/>
            <a:ext cx="2526030" cy="2610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3E712-2042-A140-8EA8-04C6F51CE118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D9C2C-FEF6-0F47-AB24-3A8C7D96FC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4734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9397" y="219076"/>
            <a:ext cx="5126355" cy="7953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9397" y="1008698"/>
            <a:ext cx="2514421" cy="494347"/>
          </a:xfrm>
        </p:spPr>
        <p:txBody>
          <a:bodyPr anchor="b"/>
          <a:lstStyle>
            <a:lvl1pPr marL="0" indent="0">
              <a:buNone/>
              <a:defRPr sz="1440" b="1"/>
            </a:lvl1pPr>
            <a:lvl2pPr marL="274320" indent="0">
              <a:buNone/>
              <a:defRPr sz="1200" b="1"/>
            </a:lvl2pPr>
            <a:lvl3pPr marL="548640" indent="0">
              <a:buNone/>
              <a:defRPr sz="1080" b="1"/>
            </a:lvl3pPr>
            <a:lvl4pPr marL="822960" indent="0">
              <a:buNone/>
              <a:defRPr sz="960" b="1"/>
            </a:lvl4pPr>
            <a:lvl5pPr marL="1097280" indent="0">
              <a:buNone/>
              <a:defRPr sz="960" b="1"/>
            </a:lvl5pPr>
            <a:lvl6pPr marL="1371600" indent="0">
              <a:buNone/>
              <a:defRPr sz="960" b="1"/>
            </a:lvl6pPr>
            <a:lvl7pPr marL="1645920" indent="0">
              <a:buNone/>
              <a:defRPr sz="960" b="1"/>
            </a:lvl7pPr>
            <a:lvl8pPr marL="1920240" indent="0">
              <a:buNone/>
              <a:defRPr sz="960" b="1"/>
            </a:lvl8pPr>
            <a:lvl9pPr marL="2194560" indent="0">
              <a:buNone/>
              <a:defRPr sz="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9397" y="1503045"/>
            <a:ext cx="2514421" cy="22107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08948" y="1008698"/>
            <a:ext cx="2526804" cy="494347"/>
          </a:xfrm>
        </p:spPr>
        <p:txBody>
          <a:bodyPr anchor="b"/>
          <a:lstStyle>
            <a:lvl1pPr marL="0" indent="0">
              <a:buNone/>
              <a:defRPr sz="1440" b="1"/>
            </a:lvl1pPr>
            <a:lvl2pPr marL="274320" indent="0">
              <a:buNone/>
              <a:defRPr sz="1200" b="1"/>
            </a:lvl2pPr>
            <a:lvl3pPr marL="548640" indent="0">
              <a:buNone/>
              <a:defRPr sz="1080" b="1"/>
            </a:lvl3pPr>
            <a:lvl4pPr marL="822960" indent="0">
              <a:buNone/>
              <a:defRPr sz="960" b="1"/>
            </a:lvl4pPr>
            <a:lvl5pPr marL="1097280" indent="0">
              <a:buNone/>
              <a:defRPr sz="960" b="1"/>
            </a:lvl5pPr>
            <a:lvl6pPr marL="1371600" indent="0">
              <a:buNone/>
              <a:defRPr sz="960" b="1"/>
            </a:lvl6pPr>
            <a:lvl7pPr marL="1645920" indent="0">
              <a:buNone/>
              <a:defRPr sz="960" b="1"/>
            </a:lvl7pPr>
            <a:lvl8pPr marL="1920240" indent="0">
              <a:buNone/>
              <a:defRPr sz="960" b="1"/>
            </a:lvl8pPr>
            <a:lvl9pPr marL="2194560" indent="0">
              <a:buNone/>
              <a:defRPr sz="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08948" y="1503045"/>
            <a:ext cx="2526804" cy="22107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3E712-2042-A140-8EA8-04C6F51CE118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D9C2C-FEF6-0F47-AB24-3A8C7D96FC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3721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3E712-2042-A140-8EA8-04C6F51CE118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D9C2C-FEF6-0F47-AB24-3A8C7D96FC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454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3E712-2042-A140-8EA8-04C6F51CE118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D9C2C-FEF6-0F47-AB24-3A8C7D96FC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47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9397" y="274320"/>
            <a:ext cx="1916966" cy="960120"/>
          </a:xfrm>
        </p:spPr>
        <p:txBody>
          <a:bodyPr anchor="b"/>
          <a:lstStyle>
            <a:lvl1pPr>
              <a:defRPr sz="19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26804" y="592456"/>
            <a:ext cx="3008948" cy="2924175"/>
          </a:xfrm>
        </p:spPr>
        <p:txBody>
          <a:bodyPr/>
          <a:lstStyle>
            <a:lvl1pPr>
              <a:defRPr sz="1920"/>
            </a:lvl1pPr>
            <a:lvl2pPr>
              <a:defRPr sz="1680"/>
            </a:lvl2pPr>
            <a:lvl3pPr>
              <a:defRPr sz="144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09397" y="1234440"/>
            <a:ext cx="1916966" cy="2286953"/>
          </a:xfrm>
        </p:spPr>
        <p:txBody>
          <a:bodyPr/>
          <a:lstStyle>
            <a:lvl1pPr marL="0" indent="0">
              <a:buNone/>
              <a:defRPr sz="960"/>
            </a:lvl1pPr>
            <a:lvl2pPr marL="274320" indent="0">
              <a:buNone/>
              <a:defRPr sz="840"/>
            </a:lvl2pPr>
            <a:lvl3pPr marL="548640" indent="0">
              <a:buNone/>
              <a:defRPr sz="720"/>
            </a:lvl3pPr>
            <a:lvl4pPr marL="822960" indent="0">
              <a:buNone/>
              <a:defRPr sz="600"/>
            </a:lvl4pPr>
            <a:lvl5pPr marL="1097280" indent="0">
              <a:buNone/>
              <a:defRPr sz="600"/>
            </a:lvl5pPr>
            <a:lvl6pPr marL="1371600" indent="0">
              <a:buNone/>
              <a:defRPr sz="600"/>
            </a:lvl6pPr>
            <a:lvl7pPr marL="1645920" indent="0">
              <a:buNone/>
              <a:defRPr sz="600"/>
            </a:lvl7pPr>
            <a:lvl8pPr marL="1920240" indent="0">
              <a:buNone/>
              <a:defRPr sz="600"/>
            </a:lvl8pPr>
            <a:lvl9pPr marL="2194560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3E712-2042-A140-8EA8-04C6F51CE118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D9C2C-FEF6-0F47-AB24-3A8C7D96FC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248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9397" y="274320"/>
            <a:ext cx="1916966" cy="960120"/>
          </a:xfrm>
        </p:spPr>
        <p:txBody>
          <a:bodyPr anchor="b"/>
          <a:lstStyle>
            <a:lvl1pPr>
              <a:defRPr sz="19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26804" y="592456"/>
            <a:ext cx="3008948" cy="2924175"/>
          </a:xfrm>
        </p:spPr>
        <p:txBody>
          <a:bodyPr anchor="t"/>
          <a:lstStyle>
            <a:lvl1pPr marL="0" indent="0">
              <a:buNone/>
              <a:defRPr sz="1920"/>
            </a:lvl1pPr>
            <a:lvl2pPr marL="274320" indent="0">
              <a:buNone/>
              <a:defRPr sz="1680"/>
            </a:lvl2pPr>
            <a:lvl3pPr marL="548640" indent="0">
              <a:buNone/>
              <a:defRPr sz="1440"/>
            </a:lvl3pPr>
            <a:lvl4pPr marL="822960" indent="0">
              <a:buNone/>
              <a:defRPr sz="1200"/>
            </a:lvl4pPr>
            <a:lvl5pPr marL="1097280" indent="0">
              <a:buNone/>
              <a:defRPr sz="1200"/>
            </a:lvl5pPr>
            <a:lvl6pPr marL="1371600" indent="0">
              <a:buNone/>
              <a:defRPr sz="1200"/>
            </a:lvl6pPr>
            <a:lvl7pPr marL="1645920" indent="0">
              <a:buNone/>
              <a:defRPr sz="1200"/>
            </a:lvl7pPr>
            <a:lvl8pPr marL="1920240" indent="0">
              <a:buNone/>
              <a:defRPr sz="1200"/>
            </a:lvl8pPr>
            <a:lvl9pPr marL="219456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09397" y="1234440"/>
            <a:ext cx="1916966" cy="2286953"/>
          </a:xfrm>
        </p:spPr>
        <p:txBody>
          <a:bodyPr/>
          <a:lstStyle>
            <a:lvl1pPr marL="0" indent="0">
              <a:buNone/>
              <a:defRPr sz="960"/>
            </a:lvl1pPr>
            <a:lvl2pPr marL="274320" indent="0">
              <a:buNone/>
              <a:defRPr sz="840"/>
            </a:lvl2pPr>
            <a:lvl3pPr marL="548640" indent="0">
              <a:buNone/>
              <a:defRPr sz="720"/>
            </a:lvl3pPr>
            <a:lvl4pPr marL="822960" indent="0">
              <a:buNone/>
              <a:defRPr sz="600"/>
            </a:lvl4pPr>
            <a:lvl5pPr marL="1097280" indent="0">
              <a:buNone/>
              <a:defRPr sz="600"/>
            </a:lvl5pPr>
            <a:lvl6pPr marL="1371600" indent="0">
              <a:buNone/>
              <a:defRPr sz="600"/>
            </a:lvl6pPr>
            <a:lvl7pPr marL="1645920" indent="0">
              <a:buNone/>
              <a:defRPr sz="600"/>
            </a:lvl7pPr>
            <a:lvl8pPr marL="1920240" indent="0">
              <a:buNone/>
              <a:defRPr sz="600"/>
            </a:lvl8pPr>
            <a:lvl9pPr marL="2194560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3E712-2042-A140-8EA8-04C6F51CE118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D9C2C-FEF6-0F47-AB24-3A8C7D96FC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289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3E712-2042-A140-8EA8-04C6F51CE118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D9C2C-FEF6-0F47-AB24-3A8C7D96FC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8300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253389" y="219075"/>
            <a:ext cx="1281589" cy="348710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08623" y="219075"/>
            <a:ext cx="3770471" cy="348710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3E712-2042-A140-8EA8-04C6F51CE118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D9C2C-FEF6-0F47-AB24-3A8C7D96FC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27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08623" y="219076"/>
            <a:ext cx="5126355" cy="7953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8623" y="1095375"/>
            <a:ext cx="5126355" cy="2610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08622" y="3813811"/>
            <a:ext cx="1337310" cy="2190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03E712-2042-A140-8EA8-04C6F51CE118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68818" y="3813811"/>
            <a:ext cx="2005965" cy="2190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197668" y="3813811"/>
            <a:ext cx="1337310" cy="2190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4D9C2C-FEF6-0F47-AB24-3A8C7D96FC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01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548640" rtl="0" eaLnBrk="1" latinLnBrk="0" hangingPunct="1">
        <a:lnSpc>
          <a:spcPct val="90000"/>
        </a:lnSpc>
        <a:spcBef>
          <a:spcPct val="0"/>
        </a:spcBef>
        <a:buNone/>
        <a:defRPr sz="2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54864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6012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6pPr>
      <a:lvl7pPr marL="178308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8pPr>
      <a:lvl9pPr marL="233172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3pPr>
      <a:lvl4pPr marL="82296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6pPr>
      <a:lvl7pPr marL="164592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8pPr>
      <a:lvl9pPr marL="219456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8EB6E1E0-B1AA-3981-0E1D-600FCC67AC86}"/>
              </a:ext>
            </a:extLst>
          </p:cNvPr>
          <p:cNvSpPr txBox="1"/>
          <p:nvPr/>
        </p:nvSpPr>
        <p:spPr>
          <a:xfrm>
            <a:off x="258556" y="3127878"/>
            <a:ext cx="82105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0"/>
              </a:spcAft>
            </a:pPr>
            <a:r>
              <a:rPr lang="en-US" sz="600" dirty="0">
                <a:latin typeface="Georgia" panose="02040502050405020303" pitchFamily="18" charset="0"/>
              </a:rPr>
              <a:t>Auditory</a:t>
            </a:r>
          </a:p>
          <a:p>
            <a:pPr>
              <a:spcAft>
                <a:spcPts val="10"/>
              </a:spcAft>
            </a:pPr>
            <a:r>
              <a:rPr lang="en-US" sz="600" dirty="0">
                <a:latin typeface="Georgia" panose="02040502050405020303" pitchFamily="18" charset="0"/>
              </a:rPr>
              <a:t>Cingulo-Opercular</a:t>
            </a:r>
          </a:p>
          <a:p>
            <a:pPr>
              <a:spcAft>
                <a:spcPts val="10"/>
              </a:spcAft>
            </a:pPr>
            <a:r>
              <a:rPr lang="en-US" sz="600" dirty="0">
                <a:latin typeface="Georgia" panose="02040502050405020303" pitchFamily="18" charset="0"/>
              </a:rPr>
              <a:t>Default</a:t>
            </a:r>
          </a:p>
          <a:p>
            <a:pPr>
              <a:spcAft>
                <a:spcPts val="10"/>
              </a:spcAft>
            </a:pPr>
            <a:r>
              <a:rPr lang="en-US" sz="600" dirty="0">
                <a:latin typeface="Georgia" panose="02040502050405020303" pitchFamily="18" charset="0"/>
              </a:rPr>
              <a:t>Dorsal Attention</a:t>
            </a:r>
          </a:p>
          <a:p>
            <a:pPr>
              <a:spcAft>
                <a:spcPts val="10"/>
              </a:spcAft>
            </a:pPr>
            <a:r>
              <a:rPr lang="en-US" sz="600" dirty="0">
                <a:latin typeface="Georgia" panose="02040502050405020303" pitchFamily="18" charset="0"/>
              </a:rPr>
              <a:t>Frontoparietal</a:t>
            </a:r>
          </a:p>
          <a:p>
            <a:pPr>
              <a:spcAft>
                <a:spcPts val="10"/>
              </a:spcAft>
            </a:pPr>
            <a:r>
              <a:rPr lang="en-US" sz="600" dirty="0">
                <a:latin typeface="Georgia" panose="02040502050405020303" pitchFamily="18" charset="0"/>
              </a:rPr>
              <a:t>Language</a:t>
            </a:r>
          </a:p>
          <a:p>
            <a:pPr>
              <a:spcAft>
                <a:spcPts val="10"/>
              </a:spcAft>
            </a:pPr>
            <a:r>
              <a:rPr lang="en-US" sz="600" dirty="0">
                <a:latin typeface="Georgia" panose="02040502050405020303" pitchFamily="18" charset="0"/>
              </a:rPr>
              <a:t>Orbito-Affective</a:t>
            </a:r>
          </a:p>
          <a:p>
            <a:pPr>
              <a:spcAft>
                <a:spcPts val="10"/>
              </a:spcAft>
            </a:pPr>
            <a:r>
              <a:rPr lang="en-US" sz="600" dirty="0" err="1">
                <a:latin typeface="Georgia" panose="02040502050405020303" pitchFamily="18" charset="0"/>
              </a:rPr>
              <a:t>Somatomotor</a:t>
            </a:r>
            <a:endParaRPr lang="en-US" sz="600" dirty="0">
              <a:latin typeface="Georgia" panose="02040502050405020303" pitchFamily="18" charset="0"/>
            </a:endParaRPr>
          </a:p>
          <a:p>
            <a:pPr>
              <a:spcAft>
                <a:spcPts val="10"/>
              </a:spcAft>
            </a:pPr>
            <a:r>
              <a:rPr lang="en-US" sz="600" dirty="0">
                <a:latin typeface="Georgia" panose="02040502050405020303" pitchFamily="18" charset="0"/>
              </a:rPr>
              <a:t>Visual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474C912-C9EB-17AE-3B40-613F983EA847}"/>
              </a:ext>
            </a:extLst>
          </p:cNvPr>
          <p:cNvSpPr/>
          <p:nvPr/>
        </p:nvSpPr>
        <p:spPr>
          <a:xfrm>
            <a:off x="1582912" y="3473183"/>
            <a:ext cx="299677" cy="295835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3379F0C-5820-0924-95EF-E00E821448D5}"/>
              </a:ext>
            </a:extLst>
          </p:cNvPr>
          <p:cNvSpPr/>
          <p:nvPr/>
        </p:nvSpPr>
        <p:spPr>
          <a:xfrm>
            <a:off x="1427950" y="3455852"/>
            <a:ext cx="93489" cy="9229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957E2E-07BC-5A0D-A38D-1F91D806DD56}"/>
              </a:ext>
            </a:extLst>
          </p:cNvPr>
          <p:cNvSpPr txBox="1"/>
          <p:nvPr/>
        </p:nvSpPr>
        <p:spPr>
          <a:xfrm>
            <a:off x="1360077" y="3530172"/>
            <a:ext cx="22955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latin typeface="Georgia" panose="02040502050405020303" pitchFamily="18" charset="0"/>
              </a:rPr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282743-49FE-18FC-E1A4-AFB526D300CF}"/>
              </a:ext>
            </a:extLst>
          </p:cNvPr>
          <p:cNvSpPr txBox="1"/>
          <p:nvPr/>
        </p:nvSpPr>
        <p:spPr>
          <a:xfrm>
            <a:off x="1616847" y="3753009"/>
            <a:ext cx="23596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latin typeface="Georgia" panose="02040502050405020303" pitchFamily="18" charset="0"/>
              </a:rPr>
              <a:t>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23362-11E9-1154-8FC4-B0C303E56AA4}"/>
              </a:ext>
            </a:extLst>
          </p:cNvPr>
          <p:cNvSpPr txBox="1"/>
          <p:nvPr/>
        </p:nvSpPr>
        <p:spPr>
          <a:xfrm>
            <a:off x="1371600" y="3124200"/>
            <a:ext cx="5052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u="sng" dirty="0">
                <a:latin typeface="Georgia" panose="02040502050405020303" pitchFamily="18" charset="0"/>
              </a:rPr>
              <a:t>Degree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0C74E89-3225-EEA8-E203-0C33312869BE}"/>
              </a:ext>
            </a:extLst>
          </p:cNvPr>
          <p:cNvSpPr/>
          <p:nvPr/>
        </p:nvSpPr>
        <p:spPr>
          <a:xfrm>
            <a:off x="2362200" y="3581400"/>
            <a:ext cx="731520" cy="11351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16FC2C8-26D3-2472-DEB5-7CC61B8C16A6}"/>
              </a:ext>
            </a:extLst>
          </p:cNvPr>
          <p:cNvCxnSpPr/>
          <p:nvPr/>
        </p:nvCxnSpPr>
        <p:spPr>
          <a:xfrm>
            <a:off x="2362200" y="3429000"/>
            <a:ext cx="73152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51631CC-6443-C478-8E09-309A99585D5E}"/>
              </a:ext>
            </a:extLst>
          </p:cNvPr>
          <p:cNvSpPr txBox="1"/>
          <p:nvPr/>
        </p:nvSpPr>
        <p:spPr>
          <a:xfrm>
            <a:off x="3048000" y="3523896"/>
            <a:ext cx="383439" cy="1780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eorgia" panose="02040502050405020303" pitchFamily="18" charset="0"/>
              </a:rPr>
              <a:t>0.27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93A498-5EF8-B2D8-F2F7-20BEEA579A53}"/>
              </a:ext>
            </a:extLst>
          </p:cNvPr>
          <p:cNvSpPr txBox="1"/>
          <p:nvPr/>
        </p:nvSpPr>
        <p:spPr>
          <a:xfrm>
            <a:off x="3048000" y="3302806"/>
            <a:ext cx="391454" cy="315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eorgia" panose="02040502050405020303" pitchFamily="18" charset="0"/>
              </a:rPr>
              <a:t>0.05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189457-CC1C-2ED8-0E40-4264B3864C76}"/>
              </a:ext>
            </a:extLst>
          </p:cNvPr>
          <p:cNvSpPr txBox="1"/>
          <p:nvPr/>
        </p:nvSpPr>
        <p:spPr>
          <a:xfrm>
            <a:off x="2209800" y="3124200"/>
            <a:ext cx="81785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u="sng" dirty="0">
                <a:latin typeface="Georgia" panose="02040502050405020303" pitchFamily="18" charset="0"/>
              </a:rPr>
              <a:t>Edge strength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806852-A109-D537-C0C1-3854392E3E49}"/>
              </a:ext>
            </a:extLst>
          </p:cNvPr>
          <p:cNvSpPr txBox="1"/>
          <p:nvPr/>
        </p:nvSpPr>
        <p:spPr>
          <a:xfrm>
            <a:off x="76200" y="2895600"/>
            <a:ext cx="6206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u="sng" dirty="0">
                <a:latin typeface="Georgia" panose="02040502050405020303" pitchFamily="18" charset="0"/>
              </a:rPr>
              <a:t>Networks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B34F080-218C-E95C-9914-6BA775E10A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662" t="14472" r="14951" b="15032"/>
          <a:stretch>
            <a:fillRect/>
          </a:stretch>
        </p:blipFill>
        <p:spPr>
          <a:xfrm>
            <a:off x="92209" y="72998"/>
            <a:ext cx="3642232" cy="290072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B22076FB-17E0-7CA7-5545-C528C04B4AB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116" t="5701" r="13971" b="9739"/>
          <a:stretch>
            <a:fillRect/>
          </a:stretch>
        </p:blipFill>
        <p:spPr>
          <a:xfrm>
            <a:off x="3638390" y="92209"/>
            <a:ext cx="1384960" cy="125634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BE1DFACB-08DF-0C31-03D0-8BBD92BD04C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5102" t="6349" r="23218" b="8123"/>
          <a:stretch>
            <a:fillRect/>
          </a:stretch>
        </p:blipFill>
        <p:spPr>
          <a:xfrm>
            <a:off x="4337637" y="1417701"/>
            <a:ext cx="1389888" cy="172512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F365D93-DAF7-0A2E-FC27-929CCE919B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8621" t="59010" r="6547" b="9244"/>
          <a:stretch>
            <a:fillRect/>
          </a:stretch>
        </p:blipFill>
        <p:spPr>
          <a:xfrm rot="10800000">
            <a:off x="168472" y="3127402"/>
            <a:ext cx="185569" cy="914400"/>
          </a:xfrm>
          <a:prstGeom prst="rect">
            <a:avLst/>
          </a:prstGeom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E142D8AA-C1EA-160D-5D5D-90EBCDA0130E}"/>
              </a:ext>
            </a:extLst>
          </p:cNvPr>
          <p:cNvSpPr/>
          <p:nvPr/>
        </p:nvSpPr>
        <p:spPr>
          <a:xfrm>
            <a:off x="3657600" y="3352800"/>
            <a:ext cx="182880" cy="182880"/>
          </a:xfrm>
          <a:prstGeom prst="rect">
            <a:avLst/>
          </a:prstGeom>
          <a:solidFill>
            <a:srgbClr val="FB425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EA71664-BAEB-0C95-EDD8-DB1401770C79}"/>
              </a:ext>
            </a:extLst>
          </p:cNvPr>
          <p:cNvSpPr/>
          <p:nvPr/>
        </p:nvSpPr>
        <p:spPr>
          <a:xfrm>
            <a:off x="3657600" y="3581400"/>
            <a:ext cx="182880" cy="182880"/>
          </a:xfrm>
          <a:prstGeom prst="rect">
            <a:avLst/>
          </a:prstGeom>
          <a:solidFill>
            <a:srgbClr val="425BF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79BAC73-BC7C-74E3-2903-FD3FCF1C7CF1}"/>
              </a:ext>
            </a:extLst>
          </p:cNvPr>
          <p:cNvSpPr txBox="1"/>
          <p:nvPr/>
        </p:nvSpPr>
        <p:spPr>
          <a:xfrm>
            <a:off x="3505200" y="3124200"/>
            <a:ext cx="6270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u="sng" dirty="0">
                <a:latin typeface="Georgia" panose="02040502050405020303" pitchFamily="18" charset="0"/>
              </a:rPr>
              <a:t>Edge sign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B629DA6-0372-9E30-A372-19AD1F20E62F}"/>
              </a:ext>
            </a:extLst>
          </p:cNvPr>
          <p:cNvSpPr txBox="1"/>
          <p:nvPr/>
        </p:nvSpPr>
        <p:spPr>
          <a:xfrm>
            <a:off x="3822193" y="3565272"/>
            <a:ext cx="583814" cy="1216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eorgia" panose="02040502050405020303" pitchFamily="18" charset="0"/>
              </a:rPr>
              <a:t>Negative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28D3451-40FF-450B-E793-2F78B0B3B64E}"/>
              </a:ext>
            </a:extLst>
          </p:cNvPr>
          <p:cNvSpPr txBox="1"/>
          <p:nvPr/>
        </p:nvSpPr>
        <p:spPr>
          <a:xfrm>
            <a:off x="3810000" y="3335255"/>
            <a:ext cx="54534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eorgia" panose="02040502050405020303" pitchFamily="18" charset="0"/>
              </a:rPr>
              <a:t>Positive</a:t>
            </a:r>
          </a:p>
        </p:txBody>
      </p:sp>
    </p:spTree>
    <p:extLst>
      <p:ext uri="{BB962C8B-B14F-4D97-AF65-F5344CB8AC3E}">
        <p14:creationId xmlns:p14="http://schemas.microsoft.com/office/powerpoint/2010/main" val="19608903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153</TotalTime>
  <Words>24</Words>
  <Application>Microsoft Macintosh PowerPoint</Application>
  <PresentationFormat>Custom</PresentationFormat>
  <Paragraphs>21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Georgia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Trevor Day</dc:creator>
  <cp:lastModifiedBy>Trevor Day</cp:lastModifiedBy>
  <cp:revision>5</cp:revision>
  <dcterms:created xsi:type="dcterms:W3CDTF">2025-11-11T18:00:27Z</dcterms:created>
  <dcterms:modified xsi:type="dcterms:W3CDTF">2025-11-11T20:33:50Z</dcterms:modified>
</cp:coreProperties>
</file>